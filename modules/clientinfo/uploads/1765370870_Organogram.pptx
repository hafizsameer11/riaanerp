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4684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35" autoAdjust="0"/>
  </p:normalViewPr>
  <p:slideViewPr>
    <p:cSldViewPr snapToGrid="0">
      <p:cViewPr>
        <p:scale>
          <a:sx n="80" d="100"/>
          <a:sy n="80" d="100"/>
        </p:scale>
        <p:origin x="60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7ED52F-A968-43CE-B88C-80D8E10AC9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E91134-1F3B-4F25-9CB5-EE2B5BB138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53BB8-E986-4799-9EEE-1461A519AD25}" type="datetimeFigureOut">
              <a:rPr lang="en-US" smtClean="0"/>
              <a:t>5/3/2023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8D419-8132-424C-B416-E856B1934B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2BC60-8255-4B38-AD65-A4D8E8AC1F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84950-0DEF-4DE0-A656-C6AC5FA405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2791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9DE2F-1513-45B2-BF72-012A93D01CCC}" type="datetimeFigureOut">
              <a:rPr lang="en-US" smtClean="0"/>
              <a:t>5/3/2023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30287-88B6-4F46-82C5-D62F4E0024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90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430287-88B6-4F46-82C5-D62F4E00245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052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60309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4974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5819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024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9554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28687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7220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3890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020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89206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4194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46140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8226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40162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0238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18725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929172-4BF7-429F-BA25-7E9D1A4215EE}" type="datetimeFigureOut">
              <a:rPr lang="en-US" noProof="0" smtClean="0"/>
              <a:t>5/3/2023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66EA62-41C5-4F9A-A915-5B0BC739C923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61314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85" r:id="rId1"/>
    <p:sldLayoutId id="2147484686" r:id="rId2"/>
    <p:sldLayoutId id="2147484687" r:id="rId3"/>
    <p:sldLayoutId id="2147484688" r:id="rId4"/>
    <p:sldLayoutId id="2147484689" r:id="rId5"/>
    <p:sldLayoutId id="2147484690" r:id="rId6"/>
    <p:sldLayoutId id="2147484691" r:id="rId7"/>
    <p:sldLayoutId id="2147484692" r:id="rId8"/>
    <p:sldLayoutId id="2147484693" r:id="rId9"/>
    <p:sldLayoutId id="2147484694" r:id="rId10"/>
    <p:sldLayoutId id="2147484695" r:id="rId11"/>
    <p:sldLayoutId id="2147484696" r:id="rId12"/>
    <p:sldLayoutId id="2147484697" r:id="rId13"/>
    <p:sldLayoutId id="2147484698" r:id="rId14"/>
    <p:sldLayoutId id="2147484699" r:id="rId15"/>
    <p:sldLayoutId id="2147484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8213CA-1B49-4146-AD39-ACC5F6F6F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Organogram</a:t>
            </a:r>
          </a:p>
        </p:txBody>
      </p:sp>
      <p:grpSp>
        <p:nvGrpSpPr>
          <p:cNvPr id="117" name="Group 116" descr="Top Profile with Photo">
            <a:extLst>
              <a:ext uri="{FF2B5EF4-FFF2-40B4-BE49-F238E27FC236}">
                <a16:creationId xmlns:a16="http://schemas.microsoft.com/office/drawing/2014/main" id="{29A2F383-53EC-4824-A0B3-04705A56E78D}"/>
              </a:ext>
            </a:extLst>
          </p:cNvPr>
          <p:cNvGrpSpPr/>
          <p:nvPr/>
        </p:nvGrpSpPr>
        <p:grpSpPr>
          <a:xfrm>
            <a:off x="4491318" y="1137758"/>
            <a:ext cx="3404380" cy="979785"/>
            <a:chOff x="4393810" y="2049185"/>
            <a:chExt cx="3404380" cy="979785"/>
          </a:xfrm>
        </p:grpSpPr>
        <p:pic>
          <p:nvPicPr>
            <p:cNvPr id="50" name="Picture 49" descr="Shadow">
              <a:extLst>
                <a:ext uri="{FF2B5EF4-FFF2-40B4-BE49-F238E27FC236}">
                  <a16:creationId xmlns:a16="http://schemas.microsoft.com/office/drawing/2014/main" id="{C9A96126-37B9-46C5-9BEE-FADC226B76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67" t="62187" r="9778" b="8282"/>
            <a:stretch/>
          </p:blipFill>
          <p:spPr>
            <a:xfrm>
              <a:off x="4393810" y="2327786"/>
              <a:ext cx="3404380" cy="701184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5B09E2-B849-4614-9B74-163F5FF1F387}"/>
                </a:ext>
              </a:extLst>
            </p:cNvPr>
            <p:cNvSpPr/>
            <p:nvPr/>
          </p:nvSpPr>
          <p:spPr>
            <a:xfrm>
              <a:off x="4656000" y="2049185"/>
              <a:ext cx="2880000" cy="684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360000" tIns="5080" rIns="5080" bIns="5080" numCol="1" spcCol="1270" anchor="ctr" anchorCtr="0">
              <a:noAutofit/>
            </a:bodyPr>
            <a:lstStyle/>
            <a:p>
              <a:pPr marL="0" lvl="0" indent="0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bg1"/>
                  </a:solidFill>
                </a:rPr>
                <a:t>Sautech (Pty) LTD RSA</a:t>
              </a:r>
            </a:p>
          </p:txBody>
        </p:sp>
      </p:grpSp>
      <p:grpSp>
        <p:nvGrpSpPr>
          <p:cNvPr id="141" name="Group 140" descr="Hierarchy Level 2">
            <a:extLst>
              <a:ext uri="{FF2B5EF4-FFF2-40B4-BE49-F238E27FC236}">
                <a16:creationId xmlns:a16="http://schemas.microsoft.com/office/drawing/2014/main" id="{772ACF35-1423-47AC-84E0-9397DEAC85F1}"/>
              </a:ext>
            </a:extLst>
          </p:cNvPr>
          <p:cNvGrpSpPr/>
          <p:nvPr/>
        </p:nvGrpSpPr>
        <p:grpSpPr>
          <a:xfrm>
            <a:off x="1123784" y="3563480"/>
            <a:ext cx="2383691" cy="978502"/>
            <a:chOff x="3540175" y="2762566"/>
            <a:chExt cx="2383691" cy="978502"/>
          </a:xfrm>
        </p:grpSpPr>
        <p:grpSp>
          <p:nvGrpSpPr>
            <p:cNvPr id="118" name="Group 117" descr="Sub Profile with Photo">
              <a:extLst>
                <a:ext uri="{FF2B5EF4-FFF2-40B4-BE49-F238E27FC236}">
                  <a16:creationId xmlns:a16="http://schemas.microsoft.com/office/drawing/2014/main" id="{8A36DA09-7047-4B19-8547-C64A47BA02BA}"/>
                </a:ext>
              </a:extLst>
            </p:cNvPr>
            <p:cNvGrpSpPr/>
            <p:nvPr/>
          </p:nvGrpSpPr>
          <p:grpSpPr>
            <a:xfrm>
              <a:off x="3540175" y="2762566"/>
              <a:ext cx="2061576" cy="978502"/>
              <a:chOff x="3540175" y="2762566"/>
              <a:chExt cx="2061576" cy="978502"/>
            </a:xfrm>
          </p:grpSpPr>
          <p:pic>
            <p:nvPicPr>
              <p:cNvPr id="51" name="Picture 50" descr="Shadow">
                <a:extLst>
                  <a:ext uri="{FF2B5EF4-FFF2-40B4-BE49-F238E27FC236}">
                    <a16:creationId xmlns:a16="http://schemas.microsoft.com/office/drawing/2014/main" id="{65E627C0-A58E-4CDE-97DD-082C7A9793A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67" t="62187" r="9778" b="8282"/>
              <a:stretch/>
            </p:blipFill>
            <p:spPr>
              <a:xfrm>
                <a:off x="3540175" y="3039884"/>
                <a:ext cx="2061576" cy="701184"/>
              </a:xfrm>
              <a:prstGeom prst="rect">
                <a:avLst/>
              </a:prstGeom>
            </p:spPr>
          </p:pic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390427B-0A98-430E-8C50-5B4E7369FFD7}"/>
                  </a:ext>
                </a:extLst>
              </p:cNvPr>
              <p:cNvSpPr/>
              <p:nvPr/>
            </p:nvSpPr>
            <p:spPr>
              <a:xfrm>
                <a:off x="3647372" y="2762566"/>
                <a:ext cx="1800000" cy="684000"/>
              </a:xfrm>
              <a:prstGeom prst="rect">
                <a:avLst/>
              </a:prstGeom>
              <a:solidFill>
                <a:schemeClr val="bg2"/>
              </a:solidFill>
              <a:scene3d>
                <a:camera prst="orthographicFront"/>
                <a:lightRig rig="flat" dir="t"/>
              </a:scene3d>
              <a:sp3d prstMaterial="dkEdge"/>
            </p:spPr>
            <p:style>
              <a:lnRef idx="0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60000" tIns="5080" rIns="5080" bIns="5080" numCol="1" spcCol="1270" anchor="ctr" anchorCtr="0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H.C Van Jaarsveld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8104025017080</a:t>
                </a:r>
              </a:p>
            </p:txBody>
          </p:sp>
        </p:grp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73CE40F-2825-4705-B741-7D9E45A04298}"/>
                </a:ext>
              </a:extLst>
            </p:cNvPr>
            <p:cNvCxnSpPr>
              <a:cxnSpLocks/>
              <a:stCxn id="48" idx="3"/>
            </p:cNvCxnSpPr>
            <p:nvPr/>
          </p:nvCxnSpPr>
          <p:spPr>
            <a:xfrm flipV="1">
              <a:off x="5447372" y="3099178"/>
              <a:ext cx="476494" cy="538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Group 90" descr="Top Profile with Photo">
            <a:extLst>
              <a:ext uri="{FF2B5EF4-FFF2-40B4-BE49-F238E27FC236}">
                <a16:creationId xmlns:a16="http://schemas.microsoft.com/office/drawing/2014/main" id="{D6FA9301-EA24-4422-9F72-41E718E626F8}"/>
              </a:ext>
            </a:extLst>
          </p:cNvPr>
          <p:cNvGrpSpPr/>
          <p:nvPr/>
        </p:nvGrpSpPr>
        <p:grpSpPr>
          <a:xfrm>
            <a:off x="4544955" y="2171054"/>
            <a:ext cx="3404380" cy="979785"/>
            <a:chOff x="4393810" y="2049185"/>
            <a:chExt cx="3404380" cy="979785"/>
          </a:xfrm>
        </p:grpSpPr>
        <p:pic>
          <p:nvPicPr>
            <p:cNvPr id="92" name="Picture 91" descr="Shadow">
              <a:extLst>
                <a:ext uri="{FF2B5EF4-FFF2-40B4-BE49-F238E27FC236}">
                  <a16:creationId xmlns:a16="http://schemas.microsoft.com/office/drawing/2014/main" id="{9F59DE78-A294-4922-B830-B64E06E3B0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67" t="62187" r="9778" b="8282"/>
            <a:stretch/>
          </p:blipFill>
          <p:spPr>
            <a:xfrm>
              <a:off x="4393810" y="2327786"/>
              <a:ext cx="3404380" cy="701184"/>
            </a:xfrm>
            <a:prstGeom prst="rect">
              <a:avLst/>
            </a:prstGeom>
          </p:spPr>
        </p:pic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80279AB-9CD7-4D0B-9240-00F8FF2F519D}"/>
                </a:ext>
              </a:extLst>
            </p:cNvPr>
            <p:cNvSpPr/>
            <p:nvPr/>
          </p:nvSpPr>
          <p:spPr>
            <a:xfrm>
              <a:off x="4656000" y="2049185"/>
              <a:ext cx="2880000" cy="684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360000" tIns="5080" rIns="5080" bIns="5080" numCol="1" spcCol="1270" anchor="ctr" anchorCtr="0">
              <a:noAutofit/>
            </a:bodyPr>
            <a:lstStyle/>
            <a:p>
              <a:pPr lvl="0"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>
                  <a:solidFill>
                    <a:schemeClr val="bg1"/>
                  </a:solidFill>
                </a:rPr>
                <a:t>Sau Technology Hosting and Disaster Recovery (Pty) Ltd</a:t>
              </a:r>
              <a:endParaRPr lang="en-US" sz="1400" kern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5" name="Group 94" descr="Hierarchy Level 2">
            <a:extLst>
              <a:ext uri="{FF2B5EF4-FFF2-40B4-BE49-F238E27FC236}">
                <a16:creationId xmlns:a16="http://schemas.microsoft.com/office/drawing/2014/main" id="{FB984974-22C8-4D14-B907-40A78F2A20A8}"/>
              </a:ext>
            </a:extLst>
          </p:cNvPr>
          <p:cNvGrpSpPr/>
          <p:nvPr/>
        </p:nvGrpSpPr>
        <p:grpSpPr>
          <a:xfrm>
            <a:off x="5561196" y="3283661"/>
            <a:ext cx="4476803" cy="999678"/>
            <a:chOff x="1005332" y="2895152"/>
            <a:chExt cx="4476803" cy="999678"/>
          </a:xfrm>
        </p:grpSpPr>
        <p:grpSp>
          <p:nvGrpSpPr>
            <p:cNvPr id="96" name="Group 95" descr="Sub Profile with Photo">
              <a:extLst>
                <a:ext uri="{FF2B5EF4-FFF2-40B4-BE49-F238E27FC236}">
                  <a16:creationId xmlns:a16="http://schemas.microsoft.com/office/drawing/2014/main" id="{61639C21-89B1-4A64-8219-28E33A1438BC}"/>
                </a:ext>
              </a:extLst>
            </p:cNvPr>
            <p:cNvGrpSpPr/>
            <p:nvPr/>
          </p:nvGrpSpPr>
          <p:grpSpPr>
            <a:xfrm>
              <a:off x="3420559" y="2895152"/>
              <a:ext cx="2061576" cy="999678"/>
              <a:chOff x="3420559" y="2895152"/>
              <a:chExt cx="2061576" cy="999678"/>
            </a:xfrm>
          </p:grpSpPr>
          <p:pic>
            <p:nvPicPr>
              <p:cNvPr id="100" name="Picture 99" descr="Shadow">
                <a:extLst>
                  <a:ext uri="{FF2B5EF4-FFF2-40B4-BE49-F238E27FC236}">
                    <a16:creationId xmlns:a16="http://schemas.microsoft.com/office/drawing/2014/main" id="{52BCB711-68A2-4CE7-B0A5-A4647687CD7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67" t="62187" r="9778" b="8282"/>
              <a:stretch/>
            </p:blipFill>
            <p:spPr>
              <a:xfrm>
                <a:off x="3420559" y="3193646"/>
                <a:ext cx="2061576" cy="701184"/>
              </a:xfrm>
              <a:prstGeom prst="rect">
                <a:avLst/>
              </a:prstGeom>
            </p:spPr>
          </p:pic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D909E97-E7D6-4E7F-B03F-BB821D64685D}"/>
                  </a:ext>
                </a:extLst>
              </p:cNvPr>
              <p:cNvSpPr/>
              <p:nvPr/>
            </p:nvSpPr>
            <p:spPr>
              <a:xfrm>
                <a:off x="3479124" y="2895152"/>
                <a:ext cx="1941318" cy="684000"/>
              </a:xfrm>
              <a:prstGeom prst="rect">
                <a:avLst/>
              </a:prstGeom>
              <a:solidFill>
                <a:schemeClr val="bg2"/>
              </a:solidFill>
              <a:scene3d>
                <a:camera prst="orthographicFront"/>
                <a:lightRig rig="flat" dir="t"/>
              </a:scene3d>
              <a:sp3d prstMaterial="dkEdge"/>
            </p:spPr>
            <p:style>
              <a:lnRef idx="0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60000" tIns="5080" rIns="5080" bIns="5080" numCol="1" spcCol="1270" anchor="ctr" anchorCtr="0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Lukas Van Rensburg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8509275042085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30%</a:t>
                </a:r>
              </a:p>
            </p:txBody>
          </p:sp>
        </p:grp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D02A80EA-0A65-4E5A-A517-1445392E76C6}"/>
                </a:ext>
              </a:extLst>
            </p:cNvPr>
            <p:cNvCxnSpPr>
              <a:cxnSpLocks/>
              <a:endCxn id="101" idx="1"/>
            </p:cNvCxnSpPr>
            <p:nvPr/>
          </p:nvCxnSpPr>
          <p:spPr>
            <a:xfrm flipV="1">
              <a:off x="1005332" y="3237152"/>
              <a:ext cx="2473792" cy="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Group 101" descr="Hierarchy Level 2">
            <a:extLst>
              <a:ext uri="{FF2B5EF4-FFF2-40B4-BE49-F238E27FC236}">
                <a16:creationId xmlns:a16="http://schemas.microsoft.com/office/drawing/2014/main" id="{94A19766-B2F4-440F-9BC2-ECD3C509EADD}"/>
              </a:ext>
            </a:extLst>
          </p:cNvPr>
          <p:cNvGrpSpPr/>
          <p:nvPr/>
        </p:nvGrpSpPr>
        <p:grpSpPr>
          <a:xfrm>
            <a:off x="3744518" y="2855054"/>
            <a:ext cx="2354963" cy="1386404"/>
            <a:chOff x="3459136" y="2220255"/>
            <a:chExt cx="2354963" cy="1386404"/>
          </a:xfrm>
        </p:grpSpPr>
        <p:grpSp>
          <p:nvGrpSpPr>
            <p:cNvPr id="103" name="Group 102" descr="Sub Profile with Photo">
              <a:extLst>
                <a:ext uri="{FF2B5EF4-FFF2-40B4-BE49-F238E27FC236}">
                  <a16:creationId xmlns:a16="http://schemas.microsoft.com/office/drawing/2014/main" id="{63D56348-3AE4-49DC-AF2D-85E0F453A5D0}"/>
                </a:ext>
              </a:extLst>
            </p:cNvPr>
            <p:cNvGrpSpPr/>
            <p:nvPr/>
          </p:nvGrpSpPr>
          <p:grpSpPr>
            <a:xfrm>
              <a:off x="3459136" y="2615980"/>
              <a:ext cx="2061576" cy="990679"/>
              <a:chOff x="3459136" y="2615980"/>
              <a:chExt cx="2061576" cy="990679"/>
            </a:xfrm>
          </p:grpSpPr>
          <p:pic>
            <p:nvPicPr>
              <p:cNvPr id="106" name="Picture 105" descr="Shadow">
                <a:extLst>
                  <a:ext uri="{FF2B5EF4-FFF2-40B4-BE49-F238E27FC236}">
                    <a16:creationId xmlns:a16="http://schemas.microsoft.com/office/drawing/2014/main" id="{444CB8B3-502F-4EF6-A063-2F6B8DFEFF5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67" t="62187" r="9778" b="8282"/>
              <a:stretch/>
            </p:blipFill>
            <p:spPr>
              <a:xfrm>
                <a:off x="3459136" y="2905475"/>
                <a:ext cx="2061576" cy="701184"/>
              </a:xfrm>
              <a:prstGeom prst="rect">
                <a:avLst/>
              </a:prstGeom>
            </p:spPr>
          </p:pic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2AD0EA84-AE19-49B8-9FFB-D91869E83563}"/>
                  </a:ext>
                </a:extLst>
              </p:cNvPr>
              <p:cNvSpPr/>
              <p:nvPr/>
            </p:nvSpPr>
            <p:spPr>
              <a:xfrm>
                <a:off x="3589924" y="2615980"/>
                <a:ext cx="1800000" cy="6840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scene3d>
                <a:camera prst="orthographicFront"/>
                <a:lightRig rig="flat" dir="t"/>
              </a:scene3d>
              <a:sp3d prstMaterial="dkEdge"/>
            </p:spPr>
            <p:style>
              <a:lnRef idx="0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60000" tIns="5080" rIns="5080" bIns="5080" numCol="1" spcCol="1270" anchor="ctr" anchorCtr="0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Sautech Trust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70%</a:t>
                </a:r>
              </a:p>
            </p:txBody>
          </p:sp>
        </p:grp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E2D73AF7-CEE5-41E5-B09D-D18E34F17C25}"/>
                </a:ext>
              </a:extLst>
            </p:cNvPr>
            <p:cNvCxnSpPr>
              <a:cxnSpLocks/>
            </p:cNvCxnSpPr>
            <p:nvPr/>
          </p:nvCxnSpPr>
          <p:spPr>
            <a:xfrm>
              <a:off x="5814099" y="2220255"/>
              <a:ext cx="0" cy="77060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90C63731-1D6B-4AE1-9B41-4A7F6321B6B5}"/>
              </a:ext>
            </a:extLst>
          </p:cNvPr>
          <p:cNvCxnSpPr>
            <a:cxnSpLocks/>
          </p:cNvCxnSpPr>
          <p:nvPr/>
        </p:nvCxnSpPr>
        <p:spPr>
          <a:xfrm>
            <a:off x="6101729" y="1821758"/>
            <a:ext cx="0" cy="34929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4F84CE1D-3FF4-4454-A164-6398BA3129C4}"/>
              </a:ext>
            </a:extLst>
          </p:cNvPr>
          <p:cNvCxnSpPr>
            <a:cxnSpLocks/>
          </p:cNvCxnSpPr>
          <p:nvPr/>
        </p:nvCxnSpPr>
        <p:spPr>
          <a:xfrm>
            <a:off x="5468228" y="3932747"/>
            <a:ext cx="0" cy="135476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113" descr="Sub Profile with Photo">
            <a:extLst>
              <a:ext uri="{FF2B5EF4-FFF2-40B4-BE49-F238E27FC236}">
                <a16:creationId xmlns:a16="http://schemas.microsoft.com/office/drawing/2014/main" id="{9A331A00-D4E7-4443-8CD6-FAD13BADB6E1}"/>
              </a:ext>
            </a:extLst>
          </p:cNvPr>
          <p:cNvGrpSpPr/>
          <p:nvPr/>
        </p:nvGrpSpPr>
        <p:grpSpPr>
          <a:xfrm>
            <a:off x="3780252" y="5131612"/>
            <a:ext cx="2061576" cy="1007080"/>
            <a:chOff x="3459136" y="2599579"/>
            <a:chExt cx="2061576" cy="1007080"/>
          </a:xfrm>
        </p:grpSpPr>
        <p:pic>
          <p:nvPicPr>
            <p:cNvPr id="116" name="Picture 115" descr="Shadow">
              <a:extLst>
                <a:ext uri="{FF2B5EF4-FFF2-40B4-BE49-F238E27FC236}">
                  <a16:creationId xmlns:a16="http://schemas.microsoft.com/office/drawing/2014/main" id="{ADCC6D95-7434-4842-AB44-F3D84CE284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67" t="62187" r="9778" b="8282"/>
            <a:stretch/>
          </p:blipFill>
          <p:spPr>
            <a:xfrm>
              <a:off x="3459136" y="2905475"/>
              <a:ext cx="2061576" cy="701184"/>
            </a:xfrm>
            <a:prstGeom prst="rect">
              <a:avLst/>
            </a:prstGeom>
          </p:spPr>
        </p:pic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D476DF24-81E1-4307-8477-978681CCCDA5}"/>
                </a:ext>
              </a:extLst>
            </p:cNvPr>
            <p:cNvSpPr/>
            <p:nvPr/>
          </p:nvSpPr>
          <p:spPr>
            <a:xfrm>
              <a:off x="3589924" y="2599579"/>
              <a:ext cx="1800000" cy="684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scene3d>
              <a:camera prst="orthographicFront"/>
              <a:lightRig rig="flat" dir="t"/>
            </a:scene3d>
            <a:sp3d prstMaterial="dkEdge"/>
          </p:spPr>
          <p:style>
            <a:lnRef idx="0">
              <a:schemeClr val="lt2">
                <a:hueOff val="0"/>
                <a:satOff val="0"/>
                <a:lumOff val="0"/>
                <a:alphaOff val="0"/>
              </a:schemeClr>
            </a:lnRef>
            <a:fillRef idx="2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square" lIns="360000" tIns="5080" rIns="5080" bIns="5080" numCol="1" spcCol="1270" anchor="ctr" anchorCtr="0">
              <a:noAutofit/>
            </a:bodyPr>
            <a:lstStyle/>
            <a:p>
              <a:pPr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dirty="0">
                  <a:solidFill>
                    <a:schemeClr val="tx1"/>
                  </a:solidFill>
                </a:rPr>
                <a:t>Sautech Properties</a:t>
              </a:r>
            </a:p>
            <a:p>
              <a:pPr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dirty="0">
                  <a:solidFill>
                    <a:schemeClr val="tx1"/>
                  </a:solidFill>
                </a:rPr>
                <a:t>Sautech Trust </a:t>
              </a:r>
            </a:p>
            <a:p>
              <a:pPr defTabSz="355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050" dirty="0">
                  <a:solidFill>
                    <a:schemeClr val="tx1"/>
                  </a:solidFill>
                </a:rPr>
                <a:t>100% </a:t>
              </a:r>
            </a:p>
          </p:txBody>
        </p:sp>
      </p:grp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325A0E00-C92D-4A83-8ABD-FA40AA7D2C04}"/>
              </a:ext>
            </a:extLst>
          </p:cNvPr>
          <p:cNvCxnSpPr>
            <a:cxnSpLocks/>
          </p:cNvCxnSpPr>
          <p:nvPr/>
        </p:nvCxnSpPr>
        <p:spPr>
          <a:xfrm flipH="1">
            <a:off x="3507475" y="4780202"/>
            <a:ext cx="19607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EEF74328-FEE0-4E78-B59D-8805D324B6F0}"/>
              </a:ext>
            </a:extLst>
          </p:cNvPr>
          <p:cNvCxnSpPr>
            <a:cxnSpLocks/>
          </p:cNvCxnSpPr>
          <p:nvPr/>
        </p:nvCxnSpPr>
        <p:spPr>
          <a:xfrm flipH="1">
            <a:off x="3498438" y="3900090"/>
            <a:ext cx="9037" cy="182571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 descr="Hierarchy Level 2">
            <a:extLst>
              <a:ext uri="{FF2B5EF4-FFF2-40B4-BE49-F238E27FC236}">
                <a16:creationId xmlns:a16="http://schemas.microsoft.com/office/drawing/2014/main" id="{6C874452-0BD1-4223-BD03-F69C93553A48}"/>
              </a:ext>
            </a:extLst>
          </p:cNvPr>
          <p:cNvGrpSpPr/>
          <p:nvPr/>
        </p:nvGrpSpPr>
        <p:grpSpPr>
          <a:xfrm>
            <a:off x="7633508" y="1110462"/>
            <a:ext cx="2377403" cy="978502"/>
            <a:chOff x="3224348" y="2762566"/>
            <a:chExt cx="2377403" cy="978502"/>
          </a:xfrm>
        </p:grpSpPr>
        <p:grpSp>
          <p:nvGrpSpPr>
            <p:cNvPr id="142" name="Group 141" descr="Sub Profile with Photo">
              <a:extLst>
                <a:ext uri="{FF2B5EF4-FFF2-40B4-BE49-F238E27FC236}">
                  <a16:creationId xmlns:a16="http://schemas.microsoft.com/office/drawing/2014/main" id="{9BEE31BF-E7DE-4902-B4C3-5C38A379B5B6}"/>
                </a:ext>
              </a:extLst>
            </p:cNvPr>
            <p:cNvGrpSpPr/>
            <p:nvPr/>
          </p:nvGrpSpPr>
          <p:grpSpPr>
            <a:xfrm>
              <a:off x="3540175" y="2762566"/>
              <a:ext cx="2061576" cy="978502"/>
              <a:chOff x="3540175" y="2762566"/>
              <a:chExt cx="2061576" cy="978502"/>
            </a:xfrm>
          </p:grpSpPr>
          <p:pic>
            <p:nvPicPr>
              <p:cNvPr id="144" name="Picture 143" descr="Shadow">
                <a:extLst>
                  <a:ext uri="{FF2B5EF4-FFF2-40B4-BE49-F238E27FC236}">
                    <a16:creationId xmlns:a16="http://schemas.microsoft.com/office/drawing/2014/main" id="{F604981F-C97C-4A3B-8F77-D63E91D98FD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67" t="62187" r="9778" b="8282"/>
              <a:stretch/>
            </p:blipFill>
            <p:spPr>
              <a:xfrm>
                <a:off x="3540175" y="3039884"/>
                <a:ext cx="2061576" cy="701184"/>
              </a:xfrm>
              <a:prstGeom prst="rect">
                <a:avLst/>
              </a:prstGeom>
            </p:spPr>
          </p:pic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C88FDA6C-5CBB-4AAE-A290-1048D3B4CFFD}"/>
                  </a:ext>
                </a:extLst>
              </p:cNvPr>
              <p:cNvSpPr/>
              <p:nvPr/>
            </p:nvSpPr>
            <p:spPr>
              <a:xfrm>
                <a:off x="3647372" y="2762566"/>
                <a:ext cx="1800000" cy="684000"/>
              </a:xfrm>
              <a:prstGeom prst="rect">
                <a:avLst/>
              </a:prstGeom>
              <a:solidFill>
                <a:schemeClr val="bg2"/>
              </a:solidFill>
              <a:scene3d>
                <a:camera prst="orthographicFront"/>
                <a:lightRig rig="flat" dir="t"/>
              </a:scene3d>
              <a:sp3d prstMaterial="dkEdge"/>
            </p:spPr>
            <p:style>
              <a:lnRef idx="0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60000" tIns="5080" rIns="5080" bIns="5080" numCol="1" spcCol="1270" anchor="ctr" anchorCtr="0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H.C Van Jaarsveld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8104025017080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100%</a:t>
                </a:r>
              </a:p>
            </p:txBody>
          </p:sp>
        </p:grp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BB24BED8-3335-48C2-934C-BED2636A9AEB}"/>
                </a:ext>
              </a:extLst>
            </p:cNvPr>
            <p:cNvCxnSpPr>
              <a:cxnSpLocks/>
              <a:endCxn id="145" idx="1"/>
            </p:cNvCxnSpPr>
            <p:nvPr/>
          </p:nvCxnSpPr>
          <p:spPr>
            <a:xfrm>
              <a:off x="3224348" y="3104566"/>
              <a:ext cx="423024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6" name="Group 145" descr="Hierarchy Level 2">
            <a:extLst>
              <a:ext uri="{FF2B5EF4-FFF2-40B4-BE49-F238E27FC236}">
                <a16:creationId xmlns:a16="http://schemas.microsoft.com/office/drawing/2014/main" id="{6E189482-81C3-489F-B5DC-913C24743406}"/>
              </a:ext>
            </a:extLst>
          </p:cNvPr>
          <p:cNvGrpSpPr/>
          <p:nvPr/>
        </p:nvGrpSpPr>
        <p:grpSpPr>
          <a:xfrm>
            <a:off x="1143459" y="4441645"/>
            <a:ext cx="2358291" cy="978502"/>
            <a:chOff x="3540175" y="2762566"/>
            <a:chExt cx="2358291" cy="978502"/>
          </a:xfrm>
        </p:grpSpPr>
        <p:grpSp>
          <p:nvGrpSpPr>
            <p:cNvPr id="147" name="Group 146" descr="Sub Profile with Photo">
              <a:extLst>
                <a:ext uri="{FF2B5EF4-FFF2-40B4-BE49-F238E27FC236}">
                  <a16:creationId xmlns:a16="http://schemas.microsoft.com/office/drawing/2014/main" id="{F243ECB9-5AF1-4D39-9814-40EF36209FF2}"/>
                </a:ext>
              </a:extLst>
            </p:cNvPr>
            <p:cNvGrpSpPr/>
            <p:nvPr/>
          </p:nvGrpSpPr>
          <p:grpSpPr>
            <a:xfrm>
              <a:off x="3540175" y="2762566"/>
              <a:ext cx="2061576" cy="978502"/>
              <a:chOff x="3540175" y="2762566"/>
              <a:chExt cx="2061576" cy="978502"/>
            </a:xfrm>
          </p:grpSpPr>
          <p:pic>
            <p:nvPicPr>
              <p:cNvPr id="149" name="Picture 148" descr="Shadow">
                <a:extLst>
                  <a:ext uri="{FF2B5EF4-FFF2-40B4-BE49-F238E27FC236}">
                    <a16:creationId xmlns:a16="http://schemas.microsoft.com/office/drawing/2014/main" id="{FB26DDE1-5A41-40A0-9788-648AE3FFBB0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67" t="62187" r="9778" b="8282"/>
              <a:stretch/>
            </p:blipFill>
            <p:spPr>
              <a:xfrm>
                <a:off x="3540175" y="3039884"/>
                <a:ext cx="2061576" cy="701184"/>
              </a:xfrm>
              <a:prstGeom prst="rect">
                <a:avLst/>
              </a:prstGeom>
            </p:spPr>
          </p:pic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3940C81C-C593-4A5B-BB34-85EA22BD8798}"/>
                  </a:ext>
                </a:extLst>
              </p:cNvPr>
              <p:cNvSpPr/>
              <p:nvPr/>
            </p:nvSpPr>
            <p:spPr>
              <a:xfrm>
                <a:off x="3647372" y="2762566"/>
                <a:ext cx="1800000" cy="684000"/>
              </a:xfrm>
              <a:prstGeom prst="rect">
                <a:avLst/>
              </a:prstGeom>
              <a:solidFill>
                <a:schemeClr val="bg2"/>
              </a:solidFill>
              <a:scene3d>
                <a:camera prst="orthographicFront"/>
                <a:lightRig rig="flat" dir="t"/>
              </a:scene3d>
              <a:sp3d prstMaterial="dkEdge"/>
            </p:spPr>
            <p:style>
              <a:lnRef idx="0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60000" tIns="5080" rIns="5080" bIns="5080" numCol="1" spcCol="1270" anchor="ctr" anchorCtr="0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M.C Van Jaarsveld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5304080149082</a:t>
                </a:r>
              </a:p>
            </p:txBody>
          </p:sp>
        </p:grp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8242BE4-5C57-4B16-8361-CDF967413CBC}"/>
                </a:ext>
              </a:extLst>
            </p:cNvPr>
            <p:cNvCxnSpPr>
              <a:cxnSpLocks/>
              <a:stCxn id="150" idx="3"/>
            </p:cNvCxnSpPr>
            <p:nvPr/>
          </p:nvCxnSpPr>
          <p:spPr>
            <a:xfrm flipV="1">
              <a:off x="5447372" y="3099178"/>
              <a:ext cx="451094" cy="538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Group 150" descr="Hierarchy Level 2">
            <a:extLst>
              <a:ext uri="{FF2B5EF4-FFF2-40B4-BE49-F238E27FC236}">
                <a16:creationId xmlns:a16="http://schemas.microsoft.com/office/drawing/2014/main" id="{52534532-0D97-4D8B-A26F-219AA6B6B5EC}"/>
              </a:ext>
            </a:extLst>
          </p:cNvPr>
          <p:cNvGrpSpPr/>
          <p:nvPr/>
        </p:nvGrpSpPr>
        <p:grpSpPr>
          <a:xfrm>
            <a:off x="1140147" y="5389575"/>
            <a:ext cx="2358291" cy="978502"/>
            <a:chOff x="3540175" y="2762566"/>
            <a:chExt cx="2358291" cy="978502"/>
          </a:xfrm>
        </p:grpSpPr>
        <p:grpSp>
          <p:nvGrpSpPr>
            <p:cNvPr id="152" name="Group 151" descr="Sub Profile with Photo">
              <a:extLst>
                <a:ext uri="{FF2B5EF4-FFF2-40B4-BE49-F238E27FC236}">
                  <a16:creationId xmlns:a16="http://schemas.microsoft.com/office/drawing/2014/main" id="{B8307773-1546-4DD2-8644-108AE755CC35}"/>
                </a:ext>
              </a:extLst>
            </p:cNvPr>
            <p:cNvGrpSpPr/>
            <p:nvPr/>
          </p:nvGrpSpPr>
          <p:grpSpPr>
            <a:xfrm>
              <a:off x="3540175" y="2762566"/>
              <a:ext cx="2061576" cy="978502"/>
              <a:chOff x="3540175" y="2762566"/>
              <a:chExt cx="2061576" cy="978502"/>
            </a:xfrm>
          </p:grpSpPr>
          <p:pic>
            <p:nvPicPr>
              <p:cNvPr id="154" name="Picture 153" descr="Shadow">
                <a:extLst>
                  <a:ext uri="{FF2B5EF4-FFF2-40B4-BE49-F238E27FC236}">
                    <a16:creationId xmlns:a16="http://schemas.microsoft.com/office/drawing/2014/main" id="{7F8E74AA-6E7C-4C7F-9A76-E167C68BE0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0267" t="62187" r="9778" b="8282"/>
              <a:stretch/>
            </p:blipFill>
            <p:spPr>
              <a:xfrm>
                <a:off x="3540175" y="3039884"/>
                <a:ext cx="2061576" cy="701184"/>
              </a:xfrm>
              <a:prstGeom prst="rect">
                <a:avLst/>
              </a:prstGeom>
            </p:spPr>
          </p:pic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85BF4E3F-57AA-4406-BFDA-AC27DA7BEEC7}"/>
                  </a:ext>
                </a:extLst>
              </p:cNvPr>
              <p:cNvSpPr/>
              <p:nvPr/>
            </p:nvSpPr>
            <p:spPr>
              <a:xfrm>
                <a:off x="3647372" y="2762566"/>
                <a:ext cx="1800000" cy="684000"/>
              </a:xfrm>
              <a:prstGeom prst="rect">
                <a:avLst/>
              </a:prstGeom>
              <a:solidFill>
                <a:schemeClr val="bg2"/>
              </a:solidFill>
              <a:scene3d>
                <a:camera prst="orthographicFront"/>
                <a:lightRig rig="flat" dir="t"/>
              </a:scene3d>
              <a:sp3d prstMaterial="dkEdge"/>
            </p:spPr>
            <p:style>
              <a:lnRef idx="0">
                <a:schemeClr val="lt2">
                  <a:hueOff val="0"/>
                  <a:satOff val="0"/>
                  <a:lumOff val="0"/>
                  <a:alphaOff val="0"/>
                </a:schemeClr>
              </a:lnRef>
              <a:fillRef idx="2">
                <a:schemeClr val="dk2">
                  <a:hueOff val="0"/>
                  <a:satOff val="0"/>
                  <a:lumOff val="0"/>
                  <a:alphaOff val="0"/>
                </a:schemeClr>
              </a:fillRef>
              <a:effectRef idx="1">
                <a:schemeClr val="dk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 spcFirstLastPara="0" vert="horz" wrap="square" lIns="360000" tIns="5080" rIns="5080" bIns="5080" numCol="1" spcCol="1270" anchor="ctr" anchorCtr="0">
                <a:noAutofit/>
              </a:bodyPr>
              <a:lstStyle/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S.A Van Jaarsveld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5303255064084</a:t>
                </a:r>
              </a:p>
              <a:p>
                <a:pPr defTabSz="355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050" dirty="0">
                    <a:solidFill>
                      <a:schemeClr val="tx1"/>
                    </a:solidFill>
                  </a:rPr>
                  <a:t>100%</a:t>
                </a:r>
              </a:p>
            </p:txBody>
          </p:sp>
        </p:grp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0F522053-3280-429C-BA25-8A7EDB7E8E10}"/>
                </a:ext>
              </a:extLst>
            </p:cNvPr>
            <p:cNvCxnSpPr>
              <a:cxnSpLocks/>
            </p:cNvCxnSpPr>
            <p:nvPr/>
          </p:nvCxnSpPr>
          <p:spPr>
            <a:xfrm>
              <a:off x="5454412" y="3090334"/>
              <a:ext cx="444054" cy="884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260974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8244D90F-BC70-4417-9AB2-785C18829F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544C92B-60FB-48AC-ABE1-1B32F811B6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B5190B0-1276-4FEB-AC44-8CFD40619429}">
  <ds:schemaRefs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16c05727-aa75-4e4a-9b5f-8a80a1165891"/>
    <ds:schemaRef ds:uri="71af3243-3dd4-4a8d-8c0d-dd76da1f02a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62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Trebuchet MS</vt:lpstr>
      <vt:lpstr>Wingdings 3</vt:lpstr>
      <vt:lpstr>Facet</vt:lpstr>
      <vt:lpstr>Organogram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2023-05-03T13:31:06Z</dcterms:created>
  <dcterms:modified xsi:type="dcterms:W3CDTF">2023-05-03T13:57:10Z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