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684" r:id="rId4"/>
  </p:sldMasterIdLst>
  <p:notesMasterIdLst>
    <p:notesMasterId r:id="rId6"/>
  </p:notesMasterIdLst>
  <p:handoutMasterIdLst>
    <p:handoutMasterId r:id="rId7"/>
  </p:handoutMasterIdLst>
  <p:sldIdLst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35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7ED52F-A968-43CE-B88C-80D8E10AC9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E91134-1F3B-4F25-9CB5-EE2B5BB138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53BB8-E986-4799-9EEE-1461A519AD25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8D419-8132-424C-B416-E856B1934B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2BC60-8255-4B38-AD65-A4D8E8AC1F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84950-0DEF-4DE0-A656-C6AC5FA405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2791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9DE2F-1513-45B2-BF72-012A93D01CCC}" type="datetimeFigureOut">
              <a:rPr lang="en-US" smtClean="0"/>
              <a:t>7/28/2025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30287-88B6-4F46-82C5-D62F4E0024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909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30287-88B6-4F46-82C5-D62F4E00245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052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6030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4974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581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0244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5544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2868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37220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3890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020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89206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4194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614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8226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40162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0238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1872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29172-4BF7-429F-BA25-7E9D1A4215EE}" type="datetimeFigureOut">
              <a:rPr lang="en-US" noProof="0" smtClean="0"/>
              <a:t>7/28/2025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61314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  <p:sldLayoutId id="2147484687" r:id="rId3"/>
    <p:sldLayoutId id="2147484688" r:id="rId4"/>
    <p:sldLayoutId id="2147484689" r:id="rId5"/>
    <p:sldLayoutId id="2147484690" r:id="rId6"/>
    <p:sldLayoutId id="2147484691" r:id="rId7"/>
    <p:sldLayoutId id="2147484692" r:id="rId8"/>
    <p:sldLayoutId id="2147484693" r:id="rId9"/>
    <p:sldLayoutId id="2147484694" r:id="rId10"/>
    <p:sldLayoutId id="2147484695" r:id="rId11"/>
    <p:sldLayoutId id="2147484696" r:id="rId12"/>
    <p:sldLayoutId id="2147484697" r:id="rId13"/>
    <p:sldLayoutId id="2147484698" r:id="rId14"/>
    <p:sldLayoutId id="2147484699" r:id="rId15"/>
    <p:sldLayoutId id="2147484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8213CA-1B49-4146-AD39-ACC5F6F6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Organogram</a:t>
            </a:r>
          </a:p>
        </p:txBody>
      </p:sp>
      <p:grpSp>
        <p:nvGrpSpPr>
          <p:cNvPr id="117" name="Group 116" descr="Top Profile with Photo">
            <a:extLst>
              <a:ext uri="{FF2B5EF4-FFF2-40B4-BE49-F238E27FC236}">
                <a16:creationId xmlns:a16="http://schemas.microsoft.com/office/drawing/2014/main" id="{29A2F383-53EC-4824-A0B3-04705A56E78D}"/>
              </a:ext>
            </a:extLst>
          </p:cNvPr>
          <p:cNvGrpSpPr/>
          <p:nvPr/>
        </p:nvGrpSpPr>
        <p:grpSpPr>
          <a:xfrm>
            <a:off x="4491318" y="1137758"/>
            <a:ext cx="3404380" cy="979785"/>
            <a:chOff x="4393810" y="2049185"/>
            <a:chExt cx="3404380" cy="979785"/>
          </a:xfrm>
        </p:grpSpPr>
        <p:pic>
          <p:nvPicPr>
            <p:cNvPr id="50" name="Picture 49" descr="Shadow">
              <a:extLst>
                <a:ext uri="{FF2B5EF4-FFF2-40B4-BE49-F238E27FC236}">
                  <a16:creationId xmlns:a16="http://schemas.microsoft.com/office/drawing/2014/main" id="{C9A96126-37B9-46C5-9BEE-FADC226B76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67" t="62187" r="9778" b="8282"/>
            <a:stretch/>
          </p:blipFill>
          <p:spPr>
            <a:xfrm>
              <a:off x="4393810" y="2327786"/>
              <a:ext cx="3404380" cy="701184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5B09E2-B849-4614-9B74-163F5FF1F387}"/>
                </a:ext>
              </a:extLst>
            </p:cNvPr>
            <p:cNvSpPr/>
            <p:nvPr/>
          </p:nvSpPr>
          <p:spPr>
            <a:xfrm>
              <a:off x="4656000" y="2049185"/>
              <a:ext cx="2880000" cy="684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360000" tIns="5080" rIns="5080" bIns="5080" numCol="1" spcCol="1270" anchor="ctr" anchorCtr="0">
              <a:noAutofit/>
            </a:bodyPr>
            <a:lstStyle/>
            <a:p>
              <a:pPr marL="0" lvl="0" indent="0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solidFill>
                    <a:schemeClr val="bg1"/>
                  </a:solidFill>
                </a:rPr>
                <a:t>Sautech (Pty) LTD RSA</a:t>
              </a:r>
            </a:p>
          </p:txBody>
        </p:sp>
      </p:grpSp>
      <p:grpSp>
        <p:nvGrpSpPr>
          <p:cNvPr id="138" name="Group 137" descr="Hierarchy Level 2">
            <a:extLst>
              <a:ext uri="{FF2B5EF4-FFF2-40B4-BE49-F238E27FC236}">
                <a16:creationId xmlns:a16="http://schemas.microsoft.com/office/drawing/2014/main" id="{6C874452-0BD1-4223-BD03-F69C93553A48}"/>
              </a:ext>
            </a:extLst>
          </p:cNvPr>
          <p:cNvGrpSpPr/>
          <p:nvPr/>
        </p:nvGrpSpPr>
        <p:grpSpPr>
          <a:xfrm>
            <a:off x="7633508" y="1110462"/>
            <a:ext cx="2377403" cy="978502"/>
            <a:chOff x="3224348" y="2762566"/>
            <a:chExt cx="2377403" cy="978502"/>
          </a:xfrm>
        </p:grpSpPr>
        <p:grpSp>
          <p:nvGrpSpPr>
            <p:cNvPr id="142" name="Group 141" descr="Sub Profile with Photo">
              <a:extLst>
                <a:ext uri="{FF2B5EF4-FFF2-40B4-BE49-F238E27FC236}">
                  <a16:creationId xmlns:a16="http://schemas.microsoft.com/office/drawing/2014/main" id="{9BEE31BF-E7DE-4902-B4C3-5C38A379B5B6}"/>
                </a:ext>
              </a:extLst>
            </p:cNvPr>
            <p:cNvGrpSpPr/>
            <p:nvPr/>
          </p:nvGrpSpPr>
          <p:grpSpPr>
            <a:xfrm>
              <a:off x="3540175" y="2762566"/>
              <a:ext cx="2061576" cy="978502"/>
              <a:chOff x="3540175" y="2762566"/>
              <a:chExt cx="2061576" cy="978502"/>
            </a:xfrm>
          </p:grpSpPr>
          <p:pic>
            <p:nvPicPr>
              <p:cNvPr id="144" name="Picture 143" descr="Shadow">
                <a:extLst>
                  <a:ext uri="{FF2B5EF4-FFF2-40B4-BE49-F238E27FC236}">
                    <a16:creationId xmlns:a16="http://schemas.microsoft.com/office/drawing/2014/main" id="{F604981F-C97C-4A3B-8F77-D63E91D98F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67" t="62187" r="9778" b="8282"/>
              <a:stretch/>
            </p:blipFill>
            <p:spPr>
              <a:xfrm>
                <a:off x="3540175" y="3039884"/>
                <a:ext cx="2061576" cy="701184"/>
              </a:xfrm>
              <a:prstGeom prst="rect">
                <a:avLst/>
              </a:prstGeom>
            </p:spPr>
          </p:pic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C88FDA6C-5CBB-4AAE-A290-1048D3B4CFFD}"/>
                  </a:ext>
                </a:extLst>
              </p:cNvPr>
              <p:cNvSpPr/>
              <p:nvPr/>
            </p:nvSpPr>
            <p:spPr>
              <a:xfrm>
                <a:off x="3647372" y="2762566"/>
                <a:ext cx="1800000" cy="684000"/>
              </a:xfrm>
              <a:prstGeom prst="rect">
                <a:avLst/>
              </a:prstGeom>
              <a:solidFill>
                <a:schemeClr val="bg2"/>
              </a:solidFill>
              <a:scene3d>
                <a:camera prst="orthographicFront"/>
                <a:lightRig rig="flat" dir="t"/>
              </a:scene3d>
              <a:sp3d prstMaterial="dkEdge"/>
            </p:spPr>
            <p:style>
              <a:lnRef idx="0">
                <a:schemeClr val="lt2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dk2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360000" tIns="5080" rIns="5080" bIns="5080" numCol="1" spcCol="1270" anchor="ctr" anchorCtr="0">
                <a:noAutofit/>
              </a:bodyPr>
              <a:lstStyle/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H.C Van Jaarsveld</a:t>
                </a:r>
              </a:p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8104025017080</a:t>
                </a:r>
              </a:p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100%</a:t>
                </a:r>
              </a:p>
            </p:txBody>
          </p:sp>
        </p:grp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B24BED8-3335-48C2-934C-BED2636A9AEB}"/>
                </a:ext>
              </a:extLst>
            </p:cNvPr>
            <p:cNvCxnSpPr>
              <a:cxnSpLocks/>
              <a:endCxn id="145" idx="1"/>
            </p:cNvCxnSpPr>
            <p:nvPr/>
          </p:nvCxnSpPr>
          <p:spPr>
            <a:xfrm>
              <a:off x="3224348" y="3104566"/>
              <a:ext cx="42302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26097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5190B0-1276-4FEB-AC44-8CFD40619429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microsoft.com/office/2006/documentManagement/types"/>
    <ds:schemaRef ds:uri="16c05727-aa75-4e4a-9b5f-8a80a1165891"/>
    <ds:schemaRef ds:uri="71af3243-3dd4-4a8d-8c0d-dd76da1f02a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544C92B-60FB-48AC-ABE1-1B32F811B6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44D90F-BC70-4417-9AB2-785C18829F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</vt:lpstr>
      <vt:lpstr>Organogram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2023-05-03T13:31:06Z</dcterms:created>
  <dcterms:modified xsi:type="dcterms:W3CDTF">2025-07-28T11:24:49Z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